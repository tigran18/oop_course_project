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Id1"/>
  </p:sldMasterIdLst>
  <p:sldIdLst>
    <p:sldId id="256" r:id="rId3"/>
  </p:sldIdLst>
  <p:sldSz cx="12192000" cy="6858000" type="screen16x9"/>
  <p:notesSz cx="6858000" cy="9144000"/>
  <p:defaultTextStyle/>
</p:presentation>
</file>

<file path=ppt/presProps.xml><?xml version="1.0" encoding="utf-8"?>
<p:presentationPr xmlns:p="http://schemas.openxmlformats.org/presentationml/2006/main"/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slide" Target="slides/slide1.xml"/></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Blank"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 name="Master"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1" r:id="rId1"/>
  </p:sldLayoutIdLst>
  <p:txStyles/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RectShape"/>
          <p:cNvSpPr/>
          <p:nvPr/>
        </p:nvSpPr>
        <p:spPr>
          <a:xfrm>
            <a:off x="774700" y="1066800"/>
            <a:ext cx="3302000" cy="1524000"/>
          </a:xfrm>
          <a:prstGeom prst="rect">
            <a:avLst/>
          </a:prstGeom>
        </p:spPr>
        <p:txBody>
          <a:bodyPr wrap="square"/>
          <a:lstStyle/>
          <a:p>
            <a:r>
              <a:t>Text</a:t>
            </a:r>
          </a:p>
        </p:txBody>
      </p:sp>
      <p:sp>
        <p:nvSpPr>
          <p:cNvPr id="3" name="EllipseShape"/>
          <p:cNvSpPr/>
          <p:nvPr/>
        </p:nvSpPr>
        <p:spPr>
          <a:xfrm>
            <a:off x="736600" y="3594100"/>
            <a:ext cx="3048000" cy="1778000"/>
          </a:xfrm>
          <a:prstGeom prst="ellipse">
            <a:avLst/>
          </a:prstGeom>
        </p:spPr>
        <p:txBody>
          <a:bodyPr wrap="square"/>
          <a:lstStyle/>
          <a:p>
            <a:r>
              <a:t>Text</a:t>
            </a:r>
          </a:p>
        </p:txBody>
      </p:sp>
      <p:pic>
        <p:nvPicPr>
          <p:cNvPr id="4" name="Image"/>
          <p:cNvPicPr/>
          <p:nvPr/>
        </p:nvPicPr>
        <p:blipFill>
          <a:blip r:embed="rId2"/>
          <a:stretch>
            <a:fillRect/>
          </a:stretch>
        </p:blipFill>
        <p:spPr>
          <a:xfrm>
            <a:off x="4864100" y="482600"/>
            <a:ext cx="5308600" cy="5842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lideShow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/>
            </a:gs>
          </a:gsLst>
          <a:lin ang="5400000" scaled="0"/>
        </a:gradFill>
        <a:solidFill>
          <a:srgbClr val="FFFFFF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rgbClr val="FFFFFF"/>
        </a:solidFill>
        <a:gradFill rotWithShape="1">
          <a:gsLst>
            <a:gs pos="0">
              <a:srgbClr val="FFFFFF"/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SlideShow</Application>
  <Slides>1</Slides>
  <Notes>0</Notes>
  <HiddenSlides>0</Hidden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SlideShow Export</dc:title>
  <dc:creator>SlideShow</dc:creator>
  <cp:lastModifiedBy>SlideShow</cp:lastModifiedBy>
  <dcterms:created xsi:type="dcterms:W3CDTF">2025-01-01T00:00:00Z</dcterms:created>
  <dcterms:modified xsi:type="dcterms:W3CDTF">2025-01-01T00:00:00Z</dcterms:modified>
</cp:coreProperties>
</file>
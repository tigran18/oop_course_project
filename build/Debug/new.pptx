
<file path=[Content_Types].xml>��= �����0���q.,������ )��q` ��q���������qZ��g &��q0;��q����b����������������ʉ�q���������qZ��g0'��q�ǉ�q�����@���q��������������������������������q[��g@ʈ�qP��
</file>

<file path=_rels/.rels>&#65533;&#65533;= &#65533;&#65533;&#65533;&#65533;&#65533;0&#65533;&#65533;&#65533;q.,&#65533;&#65533;&#65533;&#65533;&#65533;&#65533; )&#65533;&#65533;q` &#65533;&#65533;q&#65533;&#65533;&#65533;&#65533;&#65533;&#65533;&#65533;&#65533;&#65533;qZ&#65533;&#65533;g &&#65533;&#65533;q0;&#65533;&#65533;q&#65533;&#65533;&#65533;&#65533;&#65533b&#65533;&#65533;&#65533;&#65533;&#65533;&#65533;&#65533;&#65533;&#65533;&#65533;&#65533;&#65533;&#65533;&#65533;&#65533;&#65533;&#649;&#65533;q&#65533;&#65533;&#65533;&#65533;&#65533;&#65533;&#65533;&#65533;&#65533;qZ&#65533;&#65533;g0'&#65533;&#65533;q&#65533;&#457;&#65533;q&#65533;&#65533;&#65533;&#65533;&#65533;@&#65533;&#65533;&#65533;q&#65533;&#65533;&#65533;&#65533;&#65533;&#65533;&#65533;&#65533;&#65533;&#65533;&#65533;&#65533;&#65533;&#65533;&#65533;&#65533;&#65533;&#65533;&#65533;&#65533;&#65533;&#65533;&#65533;&#65533;&#65533;&#65533;&#65533;&#65533;&#65533;&#65533;&#65533;&#65533;q[&#65533;&#65533;g@&#648;&#65533;q
</file>

<file path=ppt/presentation.xml>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�
</file>

<file path=ppt/slides/slide1.xml>�qZ��gCL_PATH=C:\Program Files\Microsoft Visual Studio\2022\Community\VC\Tools\MSVC\14.44.35207\bin\Hostx64\x6�q[��g`ǈ�q�=��q���������������������������������������������������
</file>

<file path=[Content_Types].xml> <T�`p�(�`0�(�`��T�`�r(�`�T�` CT�`�T�`��T�`�T�`�UT�`pRT�`@TT�`p�T�`��T�`�<T�`�^T�` :T�`�aT�`�:T�`��T�`�4T�`�LT�` �T�`Pe(�`pIT�` BT�` f(�`PKT�`0_T�`�>T�`�6T�`0�T�`�9T�`PU�`�\T�`LT�` UT�`�RT�`0XT�`��T�`P�T�`PWT�`��T�`�GT�`VT�`�JT�``aT�`P^T�`����`��z��APd(�`�'�`��'�`��'�`��'�`��'�`��'�`��{��A�                                                           abcdefghijklmnopqrstuvwxyzABCDEFGHIJKLMNOPQRSTUVWXY�����������������������������������������������������������������{��A0�(�`��(�`p;T�``�'�`�'T�`��'�`��(�`&T�`�MT�`��'�``(�`�(�`�(�`P
T�`��(�`��(�`@(�`�(�`�(�``�(�`��(�`��(�`(�` |T�`�$T�`�(�`Ѕ(�`�ET�`�(�`(�`��(�`��(�`��'�`��(�`T�`�(�`@(�`�(�``(�``(�`��(�`��(�`�(�``�(�` (�`�(�`(�`�(�`�(�`��z��A`�(�`pi(�`��������������������������������������������������
</file>

<file path=_rels/.rels> <T&#65533;`p&#65533;(&#65533;`0&#65533;(&#65533;`&#65533;&#65533;T&#65533;`&#65533;r(&#65533;`&#65533;T&#65533;` CT&#65533;`&#65533;T&#65533;`&#65533;&#65533;T&#65533;`&#65533;T&#65533;`&#65533;UT&#65533;`pRT&#65533;`@TT&#65533;`p&#65533;T&#65533;`&#65533;&#65533;T&#65533;`&#65533;<T&#65533;`&#65533;^T&#65533;` :T&#65533;`&#65533;aT&#65533;`&#65533;:T&#65533;`&#65533;&#65533;T&#65533;`&#65533;4T&#65533;`&#65533;LT&#65533;` &#65533;T&#65533;`Pe(&#65533;`pIT&#65533;` BT&#65533;` f(&#65533;`PKT&#65533;`0_T&#65533;`&#65533;>T&#65533;`&#65533;6T&#65533;`0&#65533;T&#65533;`&#65533;9T&#65533;`PU&#65533;`&#65533;\T&#65533;`LT&#65533;` UT&#65533;`&#65533;RT&#65533;`0XT&#65533;`&#65533;&#65533;T&#65533;`P&#65533;T&#65533;`PWT&#65533;`&#65533;&#65533;T&#65533;`&#65533;GT&#65533;`VT&#65533;`&#65533;JT&#65533;``aT&#65533;`P^T&#65533;`&#65533;&#65533;&#65533;&#65533;`&#65533;&#65533;z&#65533;&#65533;APd(&#65533;`&#65533;'&#65533;`&#65533;&#65533;'&#65533;`&#65533;&#65533;'&#65533;`&#65533;&#65533;'&#65533;`&#65533;&#65533;'&#65533;`&#65533;&#65533;'&#65533;`&#65533;&#65533;{&#65533;&#65533;A&#65533;
</file>

<file path=ppt/presentation.xml>                                                           abcdefghijklmnopqrstuvwxyzABCDEFGHIJKLMNOPQRSTUVWXY�����������������������������������������������������������������{��A0�(�
</file>

<file path=ppt/presProps.xml>F3�����������������(�`����������{��A@)�`�S(�`����
</file>

<file path=ppt/_rels/presentation.xml.rels> <T&#65533;`p&#65533;(&#65533;`0&#65533;(&#65533;`&#65533;&#65533;T&#65533;`&#65533;r(&#65533;`&#65533;T&#65533;` CT&#65533;`&#65533;T&#65533;`&#65533;&#65533;T&#65533;`&#65533;T&#65533;`&#65533;UT&#65533;`pRT&#65533;`@TT&#65533;`p&#65533;T&#65533;`&#65533;&#65533;T&#65533;`&#65533;<T&#65533;`&#65533;^T&#65533;` :T&#65533;`&#65533;aT&#65533;`&#65533;:T&#65533;`&#65533;&#65533;T&#65533;`&#65533;4T&#65533;`&#65533;LT&#65533;` &#65533;T&#65533;`Pe(&#65533;`pIT&#65533;` BT&#65533;` f(&#65533;`PKT&#65533;`0_T&#65533;`&#65533;>T&#65533;`&#65533;6T&#65533;`0&#65533;T&#65533;`&#65533;9T&#65533;`PU&#65533;`&#65533;\T&#65533;`LT&#65533;` UT&#65533;`&#65533;RT&#65533;`0XT&#65533;`&#65533;&#65533;T&#65533;`P&#65533;T&#65533;`PWT&#65533;`&#65533;&#65533;T&#65533;`&#65533;GT&#65533;`VT&#65533;`&#65533;JT&#65533;``aT&#65533;`P^T&#65533;`&#65533;&#65533;&#65533;&#65533;`&#65533;&#65533;z&#65533;&#65533;APd(&#65533;`&#65533;'&#65533;`&#65533;&#65533;'&#65533;`&#65533;&#65533;'&#65533;`&#65533;&#65533;'&#65533;`&#65533;&#65533;'&#65533;`&#65533;&#65533;'&#65533;`&#65533;&#65533;{&#65533;&#65533;A&#65533;                            
</file>

<file path=ppt/slideLayouts/_rels/slideLayout1.xml.rels>0L)&#65533;``S)&#65533;`T)&#65533;`pH)&#65533;`&#65533;I)&#65533;`&#65533;&#65533;(&#65533;`&#65533;&#65533;(&#65533;`&#65533;&#65533;(&#65533;`@&#65533;(&#65533;`&#65533;T&#65533;`&#65533;&#65533;(&#65533;`T&#65533;`&#65533;KT&#65533;`&#65533;OT&#65533;`&#65533;IT&#65533;`0JT&#65533;`PET&#65533;`&#65533;&#65533;&#65533;&#65533;&#65533;&#65533;&#65533;&#65533;&#65533;&#65533;z&#65533;&#65533;Ap&#65533;'&#65533;
</file>

<file path=ppt/slideLayouts/slideLayout1.xml> <T�`p�(�`0�(�`��T�`�r(�`�T�` CT�`�T�`��T�`�T�`�UT�`pRT�`@TT�`p�T�`��T�`�<T�`�^T�` :T�`�aT�`�:T�`��T�`�4T�`�LT�` �T�`Pe(�`pIT�` BT�` f(�`PKT�`0_T�`�>T�`�6T�`0�T�`�9T�`PU�`�\T�`LT�` UT�`�RT�`0XT�`��T�`P�T�`PWT�`��T�`�GT�`VT�`�JT�``aT�`P^T�`����`��z��APd(�`�'�`��'�`��'�`��'�`��'�`��'�`��{��A�
</file>

<file path=ppt/slideMasters/_rels/slideMaster1.xml.rels>0L)&#65533;``S)&#65533;`T)&#65533;`pH)&#65533;`&#65533;I)&#65533;`&#65533;&#65533;(&#65533;`&#65533;&#65533;(&#65533;`&#65533;&#65533;(&#65533;`@&#65533;(&#65533;`&#65533;T&#65533;`&#65533;&#65533;(&#65533;`T&#65533;`&#65533;KT&#65533;`&#65533;OT&#65533;`&#65533;IT&#65533;`0JT&#65533;`PET&#65533;`&#65533;&#65533;&#65533;&#65533;&#65533;&#65533;&#65533;&#65533;&#65533;&#65533;z&#65533;&#65533;Ap&#65533;'&#65533;`P'&#65533;`&#65533;&#65533;&#65533;&#65533;&#65533;&#65533;&#65533;&#65533;&#65533;&#65533;{&#65533;&#65533;A&#65533;S)&#65533;`P](&#65533;`A&#65533;&#65533;&#65533;&#65533F3&#65533;&#65533;&#65533;&#65533;&#65533;&#65533;&#65533;&#65533;&#65533;&#65533;&#65533;&#65533;&#65533;&#65533;&#65533;&#65533;(&#65533;`
</file>

<file path=ppt/slideMasters/slideMaster1.xml> <T�`p�(�`0�(�`��T�`�r(�`�T�` CT�`�T�`��T�`�T�`�UT�`pRT�`@TT�`p�T�`��T�`�<T�`�^T�` :T�`�aT�`�:T�`��T�`�4T�`�LT�` �T�`Pe(�`pIT�` BT�` f(�`PKT�`0_T�`�>T�`�6T�`0�T�`�9T�`PU�`�\T�`LT�` UT�`�RT�`0XT�`��T�`P�T�`PWT�`��T�`�GT�`VT�`�JT�``aT�`P^T�`����`��z��APd(�`�'�`��'�`��'�`��'�`��'�`��'�`��{��A�
</file>

<file path=ppt/slides/_rels/slide1.xml.rels>0L)&#65533;``S)&#65533;`T)&#65533;`pH)&#65533;`&#65533;I)&#65533;`&#65533;&#65533;(&#65533;`&#65533;&#65533;(&#65533;`&#65533;&#65533;(&#65533;`@&#65533;(&#65533;`&#65533;T&#65533;`&#65533;&#65533;(&#65533;`T&#65533;`&#65533;KT&#65533;`&#65533;OT&#65533;`&#65533;IT&#65533;`0JT&#65533;`PET&#65533;`&#65533;&#65533;&#65533;&#65533;&#65533;&#65533;&#65533;&#65533;&#65533;&#65533;z&#65533;&#65533;Ap&#65533;'&#65533;
</file>

<file path=ppt/slides/_rels/slide2.xml.rels>&#65533;&#65533;&#65533;&#65533;&#65533;&#65533;&#65533;&#65533;&#65533;&#65533&#65533;&#65533;{&#65533;&#65533;A
&#65533;AT&#65533;` KT&#65533;`&#65533;&#65533;&#65533;J&#65533;&#65533&#65533&#65533;&#65533;&#65533;&#65533;&#65533;&#65533;&#65533;&#65533;&#65533;&#65533;&#65533;z&#65533;&#65533;A&#65533;&#65533;(&#65533;`&#65533;'&#65533;`&#65533;&#65533;'&#65533;`&#65533;&#65533;'&#65533;`&#65533;&#65533;'&#65533;`&#65533;&#65533;'&#65533;`&#65533;&#65533;'&#65533;`&#65533;&#65533;'
</file>

<file path=ppt/slides/slide1.xml>
</file>

<file path=ppt/slides/slide2.xml>
</file>

<file path=ppt/theme/theme1.xml>F3���������������P�(�`����������{��A )�`�R(�`0���F3���������������`�(�`����������z��A �T�`�f(�`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
</file>

<file path=docProps/app.xml>F3���������������P�(�`����������{��A )�`�R(�`0���F3���������������`�(�`����������z��A �T�`�f(�`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
</file>

<file path=docProps/core.xml> <T�`p�(�`0�(�`��T�`�r(�`�T�` CT�`�T�`��T�`�T�`�UT�`pRT�`@TT�`p�T�`��T�`�<T�`�^T�` :T�`�aT�`�:T�`��T�`�4T�`�LT�` �T�`Pe(�`pIT�` BT�` f(�`PKT�`0_T�`�>T�`�6T�`0�T�`�9T�`PU�`�\T�`LT�` UT�`�RT�`0XT�`��T�`P�T�`PWT�`��T�`�GT�`VT�`�JT�``aT�`P^T�`����`��z��APd(�`�'�`��'�`��'�`��'�`��'�`��'�`��{��A�      
</file>
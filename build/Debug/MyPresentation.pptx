
<file path=[Content_Types].xml>��)���+tz�������������������������o��c0uz �zu����
?
����������tz��������������������������������i��e@�z��tz������)��p�z�������������������������k��c�uz��z���� �����������������sz��������i��aP�z��tz������)����z�������������������������k��c�uzP�z���� ��������������͠�sz��������a��amingw=C:\msys64\mingw64o��k�
uz��z�����
?
��������Њtz��������������������������������o��e�tz��z�����
?
����������tz��������������������������������i��e��z��tz������)�� �z�������������������������a��cHOMEDRIVE=Ci��kp�z`�tz������)����z�������������������������k��c��tz��z���� ���������������P�sz��������a��aHOMEPATH=\
</file>

<file path=_rels/.rels> &#65533;&#65533;&#65533;&#65533;&#65533;&#65533;&#65533;&#65533;&#65533;&#65533;&#65533;&#65533;&#65533;&#65533;&#65533;0&#65533;sz&#65533;&#65533;&#65533;&#65533;&#65533;&#65533;&#65533;&#65533;i&#65533;&#65533;a`&#65533;z&#65533;}tz&#65533;&#65533;&#65533;&#65533&#65533;&#65533;)&#65533;&#65533;&#65533;&#65533;z&#65533;&#65533;&#65533;&#65533;&#65533;&#65533;&#65533;&#65533;&#65533&#65533;&#65533&#65533;&#65533;&#65533;&#65533;&#65533;&#65533;&#65533;&#65533;&#65533;&#65533;&#65533;&#65533;&#65533;&#65533;&#65533;&#65533;o&#65533;&#65533;cPuz&#65533;z&#65533;&#65533;&#65533;&#65533;&#65533;
?
&#65533;&#65533;&#65533;&#65533;&#65533;&#65533&#65533;&#65533;&#65533;&#65533&#65533;}tz&#65533;&#65533;&#65533;&#65533;&#65533;&#65533;&#65533;&#65533&#65533;&#65533&#65533;&#65533;&#65533;&#65533;&#65533;&#65533;&#65533;&#65533;&#65533;&#65533;&#65533;&#65533;&#65533;&#65533;&#65533;&#65533;&#65533;&#65533;&#65533;&#65533;&#65533;&#65533;&#65533;&#65533;k&#65533;&#65533;ep
uz&#65533;&#65533;z&#65533;&#65533;&#65533;&#65533;&#65533 &#65533;&#65533;&#65533;&#65533;&#65533;&#65533;&#65533;&#65533;&#65533;&#65533;&#65533;&#65533;&#65533;&#65533;&#880;&#65533;sz&#65533;&#65533;&#65533;&#65533;&#65533;&#65533;&#65533;&#65533;g&#65533;&#65533;a&#65533;&#65533;tz&#65533;&#65533;sz&#65533;&#65533;&#65533;&#65533;&#65533;&#65533;&#65533;&#65533;&#65533;
</file>

<file path=ppt/presentation.xml>
?
�����������z��������������������������������q��e L�z��z��F�`�F��+tz�Ntz'���'��� 2tz`���ĸ��������o���`�������a��{	EFC
</file>

<file path=ppt/presProps.xml>��)�� �z�������������������������a��cHOMEDRIVE=C:
</file>

<file path=ppt/tableStyles.xml>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
</file>

<file path=ppt/viewProps.xml> ����������������E�z��������k��a��tz0L�z���� ���������������P@�z
</file>

<file path=ppt/_rels/presentation.xml.rels>&#65533;&#65533;&#65533;&#65533;&#65533;&#65533;&#65533;&#65533;&#65533;&#65533;&#65533;&#65533;&#65533;&#65533;&#65533;&#65533;&#65533;&#65533;&#65533;&#65533;&#65533;&#65533;&#65533;7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4&#65533;&#65533;&#65533;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4&#65533;&#65533;&#65533;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4&#65533;&#65533;&#65533;&#65533;p&#65533;&#65533;z&#65533;&#65533;&#65533;z&#65533;&#65533;&#65533;&#65533;&#65533;
?
&#65533;&#65533;&#65533;&#65533;&#65533;&#65533&#65533;&#65533;&#65533;&#65533&#65533;&#65533;z
</file>

<file path=ppt/slideLayouts/_rels/slideLayout1.xml.rels>
?
&#65533;&#65533;&#65533;&#65533;&#65533;&#65533&#65533;&#65533;&#65533;&#65533&#65533;tz&#65533;&#65533;&#65533;&#65533;&#65533;&#65533;&#65533;&#65533&#65533;&#65533&#65533;&#65533;&#65533;&#65533;&#65533;&#65533;&#65533;&#65533;&#65533;&#65533;&#65533;&#65533;&#65533;&#65533;&#65533;&#65533;&#65533;&#65533;&#65533;&#65533;&#65533;&#65533;&#65533;&#65533;h&#65533;&#65533;e&#65533;+&#65533;z&#65533;T&#65533;z&#65533;&#65533;&#65533;&#65533;&#65533;&#65533;+&#65533;z&#65533;&#65533;&#65533;&#65533;&#65533;&#65533&#65533;&#65533;F&#65533;&#65533;&#65533;&#65533;&#65533;c&#65533;zF&#65533;&#65533;&#65533;&#65533;&#65533;&#65533;
</file>

<file path=ppt/slideLayouts/slideLayout1.xml>
?
���������tz��������������������������������h��e�+�z�L�z������+�z�������F�����c�zF�����������������2o��b��z�z"����
?
���������tz
</file>

<file path=ppt/slideMasters/_rels/slideMaster1.xml.rels>
?
&#65533;&#65533;&#65533;&#65533;&#65533;&#65533&#65533;&#65533;&#65533;&#655330tz&#65533;&#65533;&#65533;&#65533;&#65533;&#65533;&#65533;&#65533&#65533;&#65533&#65533;&#65533;&#65533;&#65533;&#65533;&#65533;&#65533;&#65533;&#65533;&#65533;&#65533;&#65533;&#65533;&#65533;&#65533;&#65533;&#65533;&#65533;&#65533;&#65533;&#65533;&#65533;&#65533;&#65533;k&#65533;&#65533;e&#65533;&#65533;tz&#65533;O&#65533;z&#65533;&#65533;&#65533;&#65533 &#65533;&#65533;&#65533;&#65533;&#65533;&#65533;&#65533;&#65533;&#65533;&#65533;&#65533;&#65533;&#65533;&#65533;&#65533;&#65533;?&#65533;z&#65533;&#65533;&#65533;&#65533;&#65533;&#65533;&#65533;&#65533;`&#65533;&#65533;a&#65533;&tz&#65533;Utz&#65533;&#65533;&#65533;&#65533;&#65533;&#65533;&#65533;&#65533;&#65533;&#65533;&#65533;&#65533;&#65533;&#65533;&#65533;
</file>

<file path=ppt/slideMasters/slideMaster1.xml>
?
��������0tz��������������������������������k��e��tz�O�z��� ����������������?�z��������`��a�&tz�Utz������������������������k��j��tz�V�z���� ���������������0?�z��������o��a��z��z����
?
��������0�tz��������������������������������j��e �tzPJ�z	��� ��������������Ͱ1�z����������
</file>

<file path=ppt/slides/_rels/slide1.xml.rels>`h&#65533;z0&#65533;z&#65533;&#65533;tz@N&#65533;zP&#65533;&#65533;z&#65533;U&#65533;z&#65533;b&#65533;z0&#65533;z&#65533;&#65533;z`Q&#65533;z&#65533;&#65533;&#65533;z &#65533;&#65533;z&#65533;&#65533;&#65533;zp&#65533;z06&#65533;z&#65533;k&#65533;z&#65533;&#473;z`l&#65533;z&#1084;&#65533;z`g&#65533;z@D&#65533;z&#65533;n&#65533;z&#65533;&#65533;z0R&#65533;z@&#65533;z`&#65533;&#65533;z&#65533;f&#65533;z&#65533;&#65533;z&#65533;&#65533;&#65533;z@&#281;z&#65533;l&#65533;z`a&#65533;z&#65533;D&#65533;z&#65533;d&#65533;z &#65533;z&#65533;&#281;z&#65533;&#65533;&#65533;z&#65533;
</file>

<file path=ppt/slides/_rels/slide2.xml.rels>`h&#65533;z0&#65533;z&#65533;&#65533;tz@N&#65533;zP&#65533;&#65533;z&#65533;U&#65533;z&#65533;b&#65533;z0&#65533;z&#65533;&#65533;z`Q&#65533;z&#65533;&#65533;&#65533;z &#65533;&#65533;z&#65533;&#65533;&#65533;zp&#65533;z06&#65533;z&#65533;k&#65533;z&#65533;&#473;z`l&#65533;z&#1084;&#65533;z`g&#65533;z@D&#65533;z&#65533;n&#65533;z&#65533;&#65533;z0R&#65533;z@&#65533;z`&#65533;&#65533;z&#65533;f&#65533;z&#65533;&#65533;z&#65533;&#65533;&#65533;z@&#281;z&#65533;l&#65533;z`a&#65533;z&#65533;D&#65533;z&#65533;d&#65533;z &#65533;z&#65533;&#281;z&#65533;&#65533;&#65533;z&#65533;&#409;z&#65533;&#65533;&#65533;z0&#537;z`E&#65533;z&#65533;F&#65533;zP&#473;zG&#65533;z&#65533;&#65533;&#65533;z0&#65533;&#65533;z &#65533;&#65533;z &#345;z&#65533;&#65533;&#65533;z&#65533;&#65533;&#65533;&#65533;&#65533;&#65533;&#65533;&#65533;d&#65533;&#65533;t&#65533;&#65533;z &#65533;tz&#65533;&#65533;&#65533;
</file>

<file path=ppt/slides/slide1.xml>G���                                                           abcdefghijklmnopqrstuvwxyzABCDEFGHIJKLMNOPQRSTUVWXY���������������������������������������������������������������������
</file>

<file path=ppt/slides/slide2.xml>G
</file>

<file path=ppt/theme/theme1.xml>��tz��������������������������������k��eP�tzpW�z���� ����������������E�z��������k��a��tz0L�z���� ���������������P@�z��������o��aP�tz`�z�����
?
���������tz��������������������������������b��ePsz�'�z������0������)�zM@�������������������v<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M<���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<���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[<���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R<���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)<���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 <���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7<Ŋ�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<ʊ���Ùz@��z�����p��z0~�z)����������������<ӊ�	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<؊�
�pt�z��z7����@��zP��z�����������������<���0h�zP�tz�ХN�����������������������=���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=���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=�����zP�tz������tzP�tz������������������=��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=��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=��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= ��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ݫ=)��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ݢ=>��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ݹ=G��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ݰ=L���@�z�k�z�ХN�	�������������݇=U��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ݞ=Z��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ݕ=c��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l=h��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c=q��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z=���� ��zp��z��������z�{�z)����������������q=���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H=���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_=���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V=��� ��������������������������������������������������������������������������
</file>

<file path=docProps/app.xml>������)����z�������������������������k��c�uzP�z���� 
</file>

<file path=docProps/core.xml>��)��p�z�������������������������k��c�uz��z���� �����������������sz��������i��aP�z��tz������)����z�������������������������k��c�uzP�z���� ��������������͠�sz��������a��amingw=C:\msys64\mingw64o��k�
uz��z�����
?
���
</file>
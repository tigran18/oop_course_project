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/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CLI Master">
    <p:spTree>
      <p:nvGrpSpPr>
        <p:cNvPr id="1" name=""/>
        <p:cNvGrpSpPr/>
        <p:nvPr/>
      </p:nvGrpSpPr>
      <p:grpSpPr>
        <a:xfrm/>
      </p:grpSpPr>
    </p:spTree>
  </p:cSld>
  <p:clrMap bg1="lt1" tx1="dk1" bg2="lt1" tx2="dk1" accent1="accent1" accent2="accent2" accent3="accent3" accent4="accent4" accent5="accent5" accent6="accent6" hlink="hlink" folHlink="folHlink"/>
  <p:sldLayoutIdLst>
    <p:sldLayoutId id="1" r:id="rId1"/>
  </p:sldLayoutIdLst>
  <p:txStyles/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952500" y="952500"/>
            <a:ext cx="9144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TextBox"/>
          <p:cNvSpPr/>
          <p:nvPr/>
        </p:nvSpPr>
        <p:spPr/>
        <p:txBody>
          <a:bodyPr/>
          <a:lstStyle/>
          <a:p>
            <a:r>
              <a:t>tandz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 Theme">
  <a:themeElements>
    <a:clrScheme name="Office">
      <a:dk1>
        <a:sysClr val="windowText" lastClr="000000"/>
      </a:dk1>
      <a:lt1>
        <a:sysClr val="window" lastClr="FFFFFF"/>
      </a:lt1>
    </a:clr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SlideShow CLI</Application>
  <Slides>2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CLI Presentation</dc:title>
  <dc:creator>SlideShow CLI</dc:creator>
  <cp:lastModifiedBy>SlideShow CLI</cp:lastModifiedBy>
  <dcterms:created xsi:type="dcterms:W3CDTF">2025-01-01T00:00:00Z</dcterms:created>
  <dcterms:modified xsi:type="dcterms:W3CDTF">2025-01-01T00:00:00Z</dcterms:modified>
</cp:coreProperties>
</file>
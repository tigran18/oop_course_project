
<file path=[Content_Types].xml>Т�z P�z������P��z`V�z������P��zR�z������Х�z@S�z��������z�S�z���������z�R�z��������zW�z��������z�K�z���������z�T�z������P��z U�z���������z�W�z������П�z`L�z���������z@X�z������P��z�N�z��������z�X�z������Ш�z�I�z���������z�O�z��������z�J�z������Ы�z K�z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��pY�z@K�z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
</file>

<file path=_rels/.rels><?xml version="1.0" encoding="UTF-8"?>
<p:presentation xmlns:p="http://schemas.openxmlformats.org/presentationml/2006/main">
  <p:sldMasterIdLst>
    <p:sldMasterId id="2147483648" r:id="rIdMaster1"/>
  </p:sldMasterIdLst>
  <p:sldIdLst>
    <p:sldId id="256" r:id="rIdSlide1"/>
    <p:sldId id="257" r:id="rIdSlide2"/>
  </p:sldIdLst>
  <p:sldSz cx="12192000" cy="6858000"/>
  <p:notesSz cx="6858000" cy="12192000"/>
</p:presentation>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u&#65533;&#65533;M&#65533;tzp>tz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
</file>

<file path=ppt/presentation.xml>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
</file>

<file path=ppt/presProps.xml>
?
�����������z�����������������������
</file>

<file path=ppt/tableStyles.xml>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
</file>

<file path=ppt/viewProps.xml>�c�z�������F����4�zF�����������������fd��b���z �tz����������������������������������������
</file>

<file path=ppt/_rels/presentation.xml.rels>&#65533;  $&#65533;&#65533;&#65533;&#65533;}&#65533;&#65533;&#65533;&#65533;&#65533;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M&#65533;&#857;z0&#65533;tz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
</file>

<file path=ppt/slideLayouts/_rels/slideLayout1.xml.rels> &#65533;&#65533;z@}&#65533;zP|&#65533;z&#65533;{&#65533;z@&#65533;&#65533;z&#65533;|&#65533;z&#65533;&#65533;&#65533;z&#65533;}&#65533;z&#65533;&#65533;&#65533;z&#65533;z&#65533;&#65533;&#65533;z&#409;z&#65533;&#65533;&#65533;z@&#65533;&#65533;z`&#65533;&#65533;z&#65533;&#65533;&#65533;z&#65533;&#65533;z&#65533;&#65533;tz&#65533;
</file>

<file path=ppt/slideLayouts/slideLayout1.xml>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
</file>

<file path=ppt/slideMasters/_rels/slideMaster1.xml.rels> &#65533;&#65533;z@}&#65533;zP|&#65533;z&#65533;{&#65533;z@&#65533;&#65533;z&#65533;|&#65533;z&#65533;&#65533;&#65533;z&#65533;}&#65533;z&#65533;&#65533;&#65533;z&#65533;z&#65533;&#65533;&#65533;z&#409;z&#65533;&#65533;&#65533;z@&#65533;&#65533;z`&#65533;&#65533;z&#65533;&#65533;&#65533;z&#65533;&#65533;z&#65533;&#65533;tz&#65533;&#65533;tz
</file>

<file path=ppt/slideMasters/slideMaster1.xml><?xml version="1.0" encoding="UTF-8"?>
<p:presentation xmlns:p="http://schemas.openxmlformats.org/presentationml/2006/main">
  <p:sldMasterIdLst>
    <p:sldMasterId id="2147483648" r:id="rIdMaster1"/>
  </p:sldMasterIdLst>
  <p:sldIdLst>
    <p:sldId id="256" r:id="rIdSlide1"/>
    <p:sldId id="257" r:id="rIdSlide2"/>
  </p:sldIdLst>
  <p:sldSz cx="12192000" cy="6858000"/>
  <p:notesSz cx="6858000" cy="12192000"/>
</p:presentation>�������������������������������������������������������������������������������������u��M�tzp>tz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
</file>

<file path=ppt/slides/_rels/slide1.xml.rels> &#65533;&#65533;z@}&#65533;zP|&#65533;z&#65533;{&#65533;z@&#65533;&#65533;z&#65533;|&#65533;z&#65533;&#65533;&#65533;z&#65533;}&#65533;z&#65533;&#65533;&#65533;z&#65533;z&#65533;&#65533;&#65533;z&#409;z&#65533;&#65533;&#65533;z@&#65533;&#65533;z`&#65533;&#65533;z&#65533;&#65533;&#65533;z&#65533;&#65533;z&#65533;&#65533;tz&#65533;
</file>

<file path=ppt/slides/_rels/slide2.xml.rels>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&#65533;
</file>

<file path=ppt/slides/slide1.xml>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  -�z0�tz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
</file>

<file path=ppt/slides/slide2.xml>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
</file>

<file path=ppt/theme/theme1.xml>�uz�����uz�������p��z���Ͱ��z���z���������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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4�z�������������=�z������������>�z��������(���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
</file>

<file path=docProps/app.xml>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
</file>

<file path=docProps/core.xml><?xml version="1.0" encoding="UTF-8"?>
<p:presentation xmlns:p="http://schemas.openxmlformats.org/presentationml/2006/main">
  <p:sldMasterIdLst>
    <p:sldMasterId id="2147483648" r:id="rIdMaster1"/>
  </p:sldMasterIdLst>
  <p:sldIdLst>
    <p:sldId id="256" r:id="rIdSlide1"/>
    <p:sldId id="257" r:id="rIdSlide2"/>
  </p:sldIdLst>
  <p:sldSz cx="12192000" cy="6858000"/>
  <p:notesSz cx="6858000" cy="12192000"/>
</p:presentation>�������������������������������������������������������������������������������������u��M�tzp>tz���������������������������������������������������������������������������������
</file>
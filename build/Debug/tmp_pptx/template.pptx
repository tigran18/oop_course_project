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6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9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7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9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9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8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5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25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5BE06-9996-4BDC-B07C-21A612C3E11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889BD-8215-45D1-99DC-B7A1EFAF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9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79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2025-11-16T18:00:20Z</dcterms:created>
  <dcterms:modified xsi:type="dcterms:W3CDTF">2025-11-16T18:00:28Z</dcterms:modified>
</cp:coreProperties>
</file>
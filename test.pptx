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LI Master">
    <p:spTree>
      <p:nvGrpSpPr>
        <p:cNvPr id="1" name=""/>
        <p:cNvGrpSpPr/>
        <p:nvPr/>
      </p:nvGrpSpPr>
      <p:grpSpPr>
        <a:xfrm/>
      </p:grpSpPr>
    </p:spTree>
  </p:cSld>
  <p:clrMap bg1="lt1" tx1="dk1" bg2="lt1" tx2="dk1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TextBox"/>
          <p:cNvSpPr/>
          <p:nvPr/>
        </p:nvSpPr>
        <p:spPr/>
        <p:txBody>
          <a:bodyPr/>
          <a:lstStyle/>
          <a:p>
            <a:r>
              <a:t>tandz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 CLI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CLI Presentation</dc:title>
  <dc:creator>SlideShow CLI</dc:creator>
  <cp:lastModifiedBy>SlideShow CLI</cp:lastModifiedBy>
  <dcterms:created xsi:type="dcterms:W3CDTF">2025-01-01T00:00:00Z</dcterms:created>
  <dcterms:modified xsi:type="dcterms:W3CDTF">2025-01-01T00:00:00Z</dcterms:modified>
</cp:coreProperties>
</file>
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defaultTextStyle/>
</p:presentation>
</file>

<file path=ppt/presProps.xml><?xml version="1.0" encoding="utf-8"?>
<p:presentationPr xmlns:p="http://schemas.openxmlformats.org/presentationml/2006/main"/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slide" Target="slides/slide1.xml"/><Relationship Id="rId4" Type="http://schemas.openxmlformats.org/officeDocument/2006/relationships/slide" Target="slides/slide2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/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CLI Master">
    <p:spTree>
      <p:nvGrpSpPr>
        <p:cNvPr id="1" name=""/>
        <p:cNvGrpSpPr/>
        <p:nvPr/>
      </p:nvGrpSpPr>
      <p:grpSpPr>
        <a:xfrm/>
      </p:grpSpPr>
    </p:spTree>
  </p:cSld>
  <p:clrMap bg1="lt1" tx1="dk1" bg2="lt1" tx2="dk1" accent1="accent1" accent2="accent2" accent3="accent3" accent4="accent4" accent5="accent5" accent6="accent6" hlink="hlink" folHlink="folHlink"/>
  <p:sldLayoutIdLst>
    <p:sldLayoutId id="1" r:id="rId1"/>
  </p:sldLayoutIdLst>
  <p:txStyles/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RectShape"/>
          <p:cNvSpPr/>
          <p:nvPr/>
        </p:nvSpPr>
        <p:spPr>
          <a:xfrm>
            <a:off x="1428750" y="1428750"/>
            <a:ext cx="2476500" cy="1143000"/>
          </a:xfrm>
          <a:prstGeom prst="rect">
            <a:avLst/>
          </a:prstGeom>
        </p:spPr>
        <p:txBody>
          <a:bodyPr wrap="square"/>
          <a:lstStyle/>
          <a:p>
            <a:r>
              <a:t>Text</a:t>
            </a:r>
          </a:p>
        </p:txBody>
      </p:sp>
      <p:sp>
        <p:nvSpPr>
          <p:cNvPr id="3" name="RectShape"/>
          <p:cNvSpPr/>
          <p:nvPr/>
        </p:nvSpPr>
        <p:spPr>
          <a:xfrm>
            <a:off x="1428750" y="1428750"/>
            <a:ext cx="1905000" cy="1143000"/>
          </a:xfrm>
          <a:prstGeom prst="rect">
            <a:avLst/>
          </a:prstGeom>
        </p:spPr>
        <p:txBody>
          <a:bodyPr wrap="square"/>
          <a:lstStyle/>
          <a:p>
            <a:r>
              <a:t>Text</a:t>
            </a:r>
          </a:p>
        </p:txBody>
      </p:sp>
      <p:sp>
        <p:nvSpPr>
          <p:cNvPr id="4" name="EllipseShape"/>
          <p:cNvSpPr/>
          <p:nvPr/>
        </p:nvSpPr>
        <p:spPr>
          <a:xfrm>
            <a:off x="1714500" y="1714500"/>
            <a:ext cx="2286000" cy="1333500"/>
          </a:xfrm>
          <a:prstGeom prst="ellipse">
            <a:avLst/>
          </a:prstGeom>
        </p:spPr>
        <p:txBody>
          <a:bodyPr wrap="square"/>
          <a:lstStyle/>
          <a:p>
            <a:r>
              <a:t/>
            </a:r>
          </a:p>
        </p:txBody>
      </p:sp>
      <p:pic>
        <p:nvPicPr>
          <p:cNvPr id="5" name="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952500" y="952500"/>
            <a:ext cx="9353550" cy="77819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</p:spTree>
  </p:cSld>
  <p:clrMapOvr>
    <a:masterClrMapping/>
  </p:clrMapOvr>
</p:sld>
</file>

<file path=ppt/theme/theme1.xml><?xml version="1.0" encoding="utf-8"?>
<a:theme xmlns:a="http://schemas.openxmlformats.org/drawingml/2006/main" name="CLI Theme">
  <a:themeElements>
    <a:clrScheme name="Office">
      <a:dk1>
        <a:sysClr val="windowText" lastClr="000000"/>
      </a:dk1>
      <a:lt1>
        <a:sysClr val="window" lastClr="FFFFFF"/>
      </a:lt1>
    </a:clr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SlideShow CLI</Application>
  <Slides>2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CLI Presentation</dc:title>
  <dc:creator>SlideShow CLI</dc:creator>
  <cp:lastModifiedBy>SlideShow CLI</cp:lastModifiedBy>
  <dcterms:created xsi:type="dcterms:W3CDTF">2025-01-01T00:00:00Z</dcterms:created>
  <dcterms:modified xsi:type="dcterms:W3CDTF">2025-01-01T00:00:00Z</dcterms:modified>
</cp:coreProperties>
</file>
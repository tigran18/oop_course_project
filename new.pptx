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LI Master">
    <p:spTree>
      <p:nvGrpSpPr>
        <p:cNvPr id="1" name=""/>
        <p:cNvGrpSpPr/>
        <p:nvPr/>
      </p:nvGrpSpPr>
      <p:grpSpPr>
        <a:xfrm/>
      </p:grpSpPr>
    </p:spTree>
  </p:cSld>
  <p:clrMap bg1="lt1" tx1="dk1" bg2="lt1" tx2="dk1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Shape"/>
          <p:cNvSpPr/>
          <p:nvPr/>
        </p:nvSpPr>
        <p:spPr>
          <a:xfrm>
            <a:off x="4724400" y="1381125"/>
            <a:ext cx="2476500" cy="1143000"/>
          </a:xfrm>
          <a:prstGeom prst="rect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sp>
        <p:nvSpPr>
          <p:cNvPr id="3" name="EllipseShape"/>
          <p:cNvSpPr/>
          <p:nvPr/>
        </p:nvSpPr>
        <p:spPr>
          <a:xfrm>
            <a:off x="438150" y="695325"/>
            <a:ext cx="2286000" cy="1333500"/>
          </a:xfrm>
          <a:prstGeom prst="ellipse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" y="2752725"/>
            <a:ext cx="47625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I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 CLI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CLI Presentation</dc:title>
  <dc:creator>SlideShow CLI</dc:creator>
  <cp:lastModifiedBy>SlideShow CLI</cp:lastModifiedBy>
  <dcterms:created xsi:type="dcterms:W3CDTF">2025-01-01T00:00:00Z</dcterms:created>
  <dcterms:modified xsi:type="dcterms:W3CDTF">2025-01-01T00:00:00Z</dcterms:modified>
</cp:coreProperties>
</file>